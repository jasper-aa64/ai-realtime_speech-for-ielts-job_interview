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 id="2147483661" r:id="rId3"/>
  </p:sldMasterIdLst>
  <p:notesMasterIdLst>
    <p:notesMasterId r:id="rId6"/>
  </p:notesMasterIdLst>
  <p:handoutMasterIdLst>
    <p:handoutMasterId r:id="rId8"/>
  </p:handoutMasterIdLst>
  <p:sldIdLst>
    <p:sldId id="2398" r:id="rId4"/>
    <p:sldId id="2531" r:id="rId5"/>
    <p:sldId id="2540" r:id="rId7"/>
  </p:sldIdLst>
  <p:sldSz cx="12192000" cy="6858000"/>
  <p:notesSz cx="9928225" cy="679767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背景" id="{5C2DA57A-8517-47B6-A159-AC30CF1BC1BE}">
          <p14:sldIdLst>
            <p14:sldId id="2398"/>
            <p14:sldId id="2531"/>
            <p14:sldId id="254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 id="2" name="Wenjie" initials="Wenjie" lastIdx="1" clrIdx="1"/>
  <p:cmAuthor id="3" name="ma jun" initials="l" lastIdx="1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D8347A"/>
    <a:srgbClr val="F76363"/>
    <a:srgbClr val="E46C0A"/>
    <a:srgbClr val="77D3A1"/>
    <a:srgbClr val="26D6DA"/>
    <a:srgbClr val="49C380"/>
    <a:srgbClr val="6EDCAA"/>
    <a:srgbClr val="BDF1B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71" autoAdjust="0"/>
    <p:restoredTop sz="90551" autoAdjust="0"/>
  </p:normalViewPr>
  <p:slideViewPr>
    <p:cSldViewPr showGuides="1">
      <p:cViewPr varScale="1">
        <p:scale>
          <a:sx n="73" d="100"/>
          <a:sy n="73" d="100"/>
        </p:scale>
        <p:origin x="662" y="72"/>
      </p:cViewPr>
      <p:guideLst>
        <p:guide orient="horz" pos="2160"/>
        <p:guide pos="3840"/>
      </p:guideLst>
    </p:cSldViewPr>
  </p:slideViewPr>
  <p:outlineViewPr>
    <p:cViewPr>
      <p:scale>
        <a:sx n="33" d="100"/>
        <a:sy n="33" d="100"/>
      </p:scale>
      <p:origin x="0" y="-9600"/>
    </p:cViewPr>
  </p:outlineViewPr>
  <p:notesTextViewPr>
    <p:cViewPr>
      <p:scale>
        <a:sx n="100" d="100"/>
        <a:sy n="100" d="100"/>
      </p:scale>
      <p:origin x="0" y="0"/>
    </p:cViewPr>
  </p:notesTextViewPr>
  <p:notesViewPr>
    <p:cSldViewPr>
      <p:cViewPr varScale="1">
        <p:scale>
          <a:sx n="86" d="100"/>
          <a:sy n="86" d="100"/>
        </p:scale>
        <p:origin x="-3846"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handoutMaster" Target="handoutMasters/handoutMaster1.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2" Type="http://schemas.openxmlformats.org/officeDocument/2006/relationships/commentAuthors" Target="commentAuthors.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2231" cy="33988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3698" y="0"/>
            <a:ext cx="4302231" cy="339884"/>
          </a:xfrm>
          <a:prstGeom prst="rect">
            <a:avLst/>
          </a:prstGeom>
        </p:spPr>
        <p:txBody>
          <a:bodyPr vert="horz" lIns="91440" tIns="45720" rIns="91440" bIns="45720" rtlCol="0"/>
          <a:lstStyle>
            <a:lvl1pPr algn="r">
              <a:defRPr sz="1200"/>
            </a:lvl1pPr>
          </a:lstStyle>
          <a:p>
            <a:fld id="{E2BF7F87-B705-48E1-93DD-2F463B398696}" type="datetimeFigureOut">
              <a:rPr lang="zh-CN" altLang="en-US" smtClean="0"/>
            </a:fld>
            <a:endParaRPr lang="zh-CN" altLang="en-US"/>
          </a:p>
        </p:txBody>
      </p:sp>
      <p:sp>
        <p:nvSpPr>
          <p:cNvPr id="4" name="页脚占位符 3"/>
          <p:cNvSpPr>
            <a:spLocks noGrp="1"/>
          </p:cNvSpPr>
          <p:nvPr>
            <p:ph type="ftr" sz="quarter" idx="2"/>
          </p:nvPr>
        </p:nvSpPr>
        <p:spPr>
          <a:xfrm>
            <a:off x="1" y="6456612"/>
            <a:ext cx="4302231" cy="33988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3698" y="6456612"/>
            <a:ext cx="4302231" cy="339884"/>
          </a:xfrm>
          <a:prstGeom prst="rect">
            <a:avLst/>
          </a:prstGeom>
        </p:spPr>
        <p:txBody>
          <a:bodyPr vert="horz" lIns="91440" tIns="45720" rIns="91440" bIns="45720" rtlCol="0" anchor="b"/>
          <a:lstStyle>
            <a:lvl1pPr algn="r">
              <a:defRPr sz="1200"/>
            </a:lvl1pPr>
          </a:lstStyle>
          <a:p>
            <a:fld id="{2087E214-B03B-4C66-8673-B5FE50E5E958}"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2231" cy="33988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3698" y="0"/>
            <a:ext cx="4302231" cy="339884"/>
          </a:xfrm>
          <a:prstGeom prst="rect">
            <a:avLst/>
          </a:prstGeom>
        </p:spPr>
        <p:txBody>
          <a:bodyPr vert="horz" lIns="91440" tIns="45720" rIns="91440" bIns="45720" rtlCol="0"/>
          <a:lstStyle>
            <a:lvl1pPr algn="r">
              <a:defRPr sz="1200"/>
            </a:lvl1pPr>
          </a:lstStyle>
          <a:p>
            <a:fld id="{8B2A6662-E69A-4A15-9069-CB337776C5A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698750" y="509588"/>
            <a:ext cx="4530725" cy="25495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823" y="3228896"/>
            <a:ext cx="7942580" cy="3058954"/>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1" y="6456612"/>
            <a:ext cx="4302231" cy="33988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3698" y="6456612"/>
            <a:ext cx="4302231" cy="339884"/>
          </a:xfrm>
          <a:prstGeom prst="rect">
            <a:avLst/>
          </a:prstGeom>
        </p:spPr>
        <p:txBody>
          <a:bodyPr vert="horz" lIns="91440" tIns="45720" rIns="91440" bIns="45720" rtlCol="0" anchor="b"/>
          <a:lstStyle>
            <a:lvl1pPr algn="r">
              <a:defRPr sz="1200"/>
            </a:lvl1pPr>
          </a:lstStyle>
          <a:p>
            <a:fld id="{0EEE341E-7F41-4A6B-93F2-08F5161250D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EE341E-7F41-4A6B-93F2-08F5161250D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normAutofit/>
          </a:bodyPr>
          <a:lstStyle>
            <a:lvl1pPr>
              <a:defRPr lang="zh-CN" altLang="en-US" sz="3600" kern="1200" baseline="0" dirty="0">
                <a:solidFill>
                  <a:schemeClr val="tx2"/>
                </a:solidFill>
                <a:latin typeface="+mj-lt"/>
                <a:ea typeface="微软雅黑" panose="020B0503020204020204" pitchFamily="34" charset="-122"/>
                <a:cs typeface="+mj-cs"/>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p:spPr>
        <p:txBody>
          <a:bodyPr>
            <a:normAutofit/>
          </a:bodyPr>
          <a:lstStyle>
            <a:lvl1pPr marL="0" indent="0" algn="ctr">
              <a:buNone/>
              <a:defRPr lang="zh-CN" altLang="en-US" sz="2000" kern="1200" dirty="0">
                <a:solidFill>
                  <a:schemeClr val="tx2"/>
                </a:solidFill>
                <a:latin typeface="Trebuchet MS" panose="020B0603020202020204" pitchFamily="34" charset="0"/>
                <a:ea typeface="+mj-ea"/>
                <a:cs typeface="+mj-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10" name="日期占位符 9"/>
          <p:cNvSpPr>
            <a:spLocks noGrp="1"/>
          </p:cNvSpPr>
          <p:nvPr>
            <p:ph type="dt" sz="half" idx="10"/>
          </p:nvPr>
        </p:nvSpPr>
        <p:spPr/>
        <p:txBody>
          <a:bodyPr/>
          <a:lstStyle/>
          <a:p>
            <a:fld id="{D5E97260-2623-4936-802C-0099B9395427}" type="datetime1">
              <a:rPr lang="zh-CN" altLang="en-US" smtClean="0"/>
            </a:fld>
            <a:endParaRPr lang="zh-CN" altLang="en-US"/>
          </a:p>
        </p:txBody>
      </p:sp>
      <p:sp>
        <p:nvSpPr>
          <p:cNvPr id="11" name="灯片编号占位符 10"/>
          <p:cNvSpPr>
            <a:spLocks noGrp="1"/>
          </p:cNvSpPr>
          <p:nvPr>
            <p:ph type="sldNum" sz="quarter" idx="11"/>
          </p:nvPr>
        </p:nvSpPr>
        <p:spPr/>
        <p:txBody>
          <a:bodyPr/>
          <a:lstStyle/>
          <a:p>
            <a:fld id="{0C913308-F349-4B6D-A68A-DD1791B4A57B}" type="slidenum">
              <a:rPr lang="zh-CN" altLang="en-US" smtClean="0"/>
            </a:fld>
            <a:endParaRPr lang="zh-CN" altLang="en-US"/>
          </a:p>
        </p:txBody>
      </p:sp>
      <p:sp>
        <p:nvSpPr>
          <p:cNvPr id="12" name="页脚占位符 11"/>
          <p:cNvSpPr>
            <a:spLocks noGrp="1"/>
          </p:cNvSpPr>
          <p:nvPr>
            <p:ph type="ftr" sz="quarter" idx="12"/>
          </p:nvPr>
        </p:nvSpPr>
        <p:spPr/>
        <p:txBody>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35360" y="130622"/>
            <a:ext cx="10273141" cy="850106"/>
          </a:xfrm>
        </p:spPr>
        <p:txBody>
          <a:bodyPr>
            <a:noAutofit/>
          </a:bodyPr>
          <a:lstStyle>
            <a:lvl1pPr algn="l">
              <a:defRPr lang="zh-CN" altLang="en-US" sz="3200" b="0" i="0" kern="1200" baseline="0" dirty="0">
                <a:solidFill>
                  <a:schemeClr val="accent2">
                    <a:lumMod val="75000"/>
                  </a:schemeClr>
                </a:solidFill>
                <a:latin typeface="Gill Sans MT" pitchFamily="34" charset="0"/>
                <a:ea typeface="微软雅黑" panose="020B0503020204020204" pitchFamily="34" charset="-122"/>
                <a:cs typeface="Times New Roman" panose="02020603050405020304" pitchFamily="18"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35360" y="1268760"/>
            <a:ext cx="11247040" cy="4857403"/>
          </a:xfrm>
        </p:spPr>
        <p:txBody>
          <a:bodyPr/>
          <a:lstStyle>
            <a:lvl1pPr marL="215900" indent="-215900">
              <a:lnSpc>
                <a:spcPct val="150000"/>
              </a:lnSpc>
              <a:spcBef>
                <a:spcPts val="35"/>
              </a:spcBef>
              <a:buClrTx/>
              <a:buSzPct val="100000"/>
              <a:buFont typeface="Wingdings" panose="05000000000000000000" pitchFamily="2" charset="2"/>
              <a:buChar char="l"/>
              <a:defRPr sz="2400" b="1" baseline="0">
                <a:latin typeface="Gill Sans MT" pitchFamily="34" charset="0"/>
                <a:ea typeface="微软雅黑" panose="020B0503020204020204" pitchFamily="34" charset="-122"/>
                <a:cs typeface="Times New Roman" panose="02020603050405020304" pitchFamily="18" charset="0"/>
              </a:defRPr>
            </a:lvl1pPr>
            <a:lvl2pPr marL="742950" indent="-215900">
              <a:lnSpc>
                <a:spcPct val="150000"/>
              </a:lnSpc>
              <a:spcBef>
                <a:spcPts val="35"/>
              </a:spcBef>
              <a:buClrTx/>
              <a:buSzPct val="75000"/>
              <a:buFont typeface="Wingdings" panose="05000000000000000000" pitchFamily="2" charset="2"/>
              <a:buChar char="l"/>
              <a:defRPr sz="2000" baseline="0">
                <a:latin typeface="Gill Sans MT" pitchFamily="34" charset="0"/>
                <a:ea typeface="微软雅黑" panose="020B0503020204020204" pitchFamily="34" charset="-122"/>
                <a:cs typeface="Times New Roman" panose="02020603050405020304" pitchFamily="18" charset="0"/>
              </a:defRPr>
            </a:lvl2pPr>
            <a:lvl3pPr marL="1143000" indent="-215900">
              <a:lnSpc>
                <a:spcPct val="150000"/>
              </a:lnSpc>
              <a:spcBef>
                <a:spcPts val="35"/>
              </a:spcBef>
              <a:buClrTx/>
              <a:buSzPct val="60000"/>
              <a:buFont typeface="Wingdings" panose="05000000000000000000" pitchFamily="2" charset="2"/>
              <a:buChar char="l"/>
              <a:defRPr sz="1700" baseline="0">
                <a:latin typeface="Gill Sans MT" pitchFamily="34" charset="0"/>
                <a:ea typeface="微软雅黑" panose="020B0503020204020204" pitchFamily="34" charset="-122"/>
                <a:cs typeface="Times New Roman" panose="02020603050405020304" pitchFamily="18" charset="0"/>
              </a:defRPr>
            </a:lvl3pPr>
            <a:lvl4pPr indent="-215900">
              <a:lnSpc>
                <a:spcPct val="150000"/>
              </a:lnSpc>
              <a:spcBef>
                <a:spcPts val="35"/>
              </a:spcBef>
              <a:buClr>
                <a:schemeClr val="accent6"/>
              </a:buClr>
              <a:buSzPct val="70000"/>
              <a:buFont typeface="Wingdings" panose="05000000000000000000" pitchFamily="2" charset="2"/>
              <a:buChar char="n"/>
              <a:defRPr sz="2000" baseline="0">
                <a:latin typeface="Gill Sans MT" pitchFamily="34" charset="0"/>
                <a:ea typeface="微软雅黑" panose="020B0503020204020204" pitchFamily="34" charset="-122"/>
                <a:cs typeface="Times New Roman" panose="02020603050405020304" pitchFamily="18" charset="0"/>
              </a:defRPr>
            </a:lvl4pPr>
            <a:lvl5pPr>
              <a:lnSpc>
                <a:spcPct val="150000"/>
              </a:lnSpc>
              <a:spcBef>
                <a:spcPts val="35"/>
              </a:spcBef>
              <a:defRPr baseline="0">
                <a:latin typeface="Gill Sans MT" pitchFamily="34" charset="0"/>
                <a:ea typeface="微软雅黑" panose="020B0503020204020204" pitchFamily="34" charset="-122"/>
                <a:cs typeface="Times New Roman" panose="02020603050405020304" pitchFamily="18" charset="0"/>
              </a:defRPr>
            </a:lvl5pPr>
          </a:lstStyle>
          <a:p>
            <a:pPr lvl="0"/>
            <a:r>
              <a:rPr lang="zh-CN" altLang="en-US" dirty="0"/>
              <a:t>单击此处编辑母版文本样式</a:t>
            </a:r>
            <a:endParaRPr lang="zh-CN" altLang="en-US" dirty="0"/>
          </a:p>
          <a:p>
            <a:pPr lvl="1"/>
            <a:r>
              <a:rPr lang="zh-CN" altLang="en-US" dirty="0"/>
              <a:t>第二</a:t>
            </a:r>
            <a:r>
              <a:rPr lang="en-US" altLang="zh-CN" dirty="0"/>
              <a:t>d</a:t>
            </a:r>
            <a:r>
              <a:rPr lang="zh-CN" altLang="en-US" dirty="0"/>
              <a:t>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5CB399AB-90F7-44E2-8770-EBF406F4C71A}"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zh-CN" altLang="en-US"/>
          </a:p>
        </p:txBody>
      </p:sp>
      <p:sp>
        <p:nvSpPr>
          <p:cNvPr id="6" name="灯片编号占位符 5"/>
          <p:cNvSpPr>
            <a:spLocks noGrp="1"/>
          </p:cNvSpPr>
          <p:nvPr>
            <p:ph type="sldNum" sz="quarter" idx="12"/>
          </p:nvPr>
        </p:nvSpPr>
        <p:spPr/>
        <p:txBody>
          <a:bodyPr/>
          <a:lstStyle>
            <a:lvl1pPr>
              <a:defRPr sz="1600">
                <a:solidFill>
                  <a:schemeClr val="tx1"/>
                </a:solidFill>
                <a:latin typeface="Times New Roman" panose="02020603050405020304" pitchFamily="18" charset="0"/>
                <a:cs typeface="Times New Roman" panose="02020603050405020304" pitchFamily="18" charset="0"/>
              </a:defRPr>
            </a:lvl1pPr>
          </a:lstStyle>
          <a:p>
            <a:fld id="{0C913308-F349-4B6D-A68A-DD1791B4A57B}"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35360" y="274638"/>
            <a:ext cx="10273141" cy="850106"/>
          </a:xfrm>
        </p:spPr>
        <p:txBody>
          <a:bodyPr>
            <a:noAutofit/>
          </a:bodyPr>
          <a:lstStyle>
            <a:lvl1pPr algn="l">
              <a:defRPr lang="zh-CN" altLang="en-US" sz="3400" kern="1200" dirty="0">
                <a:solidFill>
                  <a:schemeClr val="tx2"/>
                </a:solidFill>
                <a:latin typeface="Trebuchet MS" panose="020B0603020202020204" pitchFamily="34" charset="0"/>
                <a:ea typeface="+mj-ea"/>
                <a:cs typeface="+mj-cs"/>
              </a:defRPr>
            </a:lvl1pPr>
          </a:lstStyle>
          <a:p>
            <a:r>
              <a:rPr lang="zh-CN" altLang="en-US" dirty="0"/>
              <a:t>单击此处编辑母版标题样式</a:t>
            </a:r>
            <a:endParaRPr lang="zh-CN" altLang="en-US" dirty="0"/>
          </a:p>
        </p:txBody>
      </p:sp>
      <p:sp>
        <p:nvSpPr>
          <p:cNvPr id="4" name="日期占位符 3"/>
          <p:cNvSpPr>
            <a:spLocks noGrp="1"/>
          </p:cNvSpPr>
          <p:nvPr>
            <p:ph type="dt" sz="half" idx="10"/>
          </p:nvPr>
        </p:nvSpPr>
        <p:spPr/>
        <p:txBody>
          <a:bodyPr/>
          <a:lstStyle/>
          <a:p>
            <a:fld id="{D322BD3A-6C5C-4E63-B52C-71893AC420CD}"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sz="1600">
                <a:solidFill>
                  <a:schemeClr val="tx1"/>
                </a:solidFill>
              </a:defRPr>
            </a:lvl1pPr>
          </a:lstStyle>
          <a:p>
            <a:fld id="{0C913308-F349-4B6D-A68A-DD1791B4A57B}" type="slidenum">
              <a:rPr lang="zh-CN" altLang="en-US" smtClean="0"/>
            </a:fld>
            <a:r>
              <a:rPr lang="en-US" altLang="zh-CN" dirty="0"/>
              <a:t>/35</a:t>
            </a:r>
            <a:endParaRPr lang="zh-CN" altLang="en-US" dirty="0"/>
          </a:p>
        </p:txBody>
      </p:sp>
      <p:pic>
        <p:nvPicPr>
          <p:cNvPr id="7" name="Picture 2" descr="http://g.hiphotos.baidu.com/baike/w%3D268%3Bg%3D0/sign=a47879aeef50352ab161220e6b789ccf/7a899e510fb30f24dc2c9a1ace95d143ad4b0370.jpg"/>
          <p:cNvPicPr>
            <a:picLocks noChangeAspect="1" noChangeArrowheads="1"/>
          </p:cNvPicPr>
          <p:nvPr userDrawn="1"/>
        </p:nvPicPr>
        <p:blipFill>
          <a:blip r:embed="rId2" cstate="print">
            <a:clrChange>
              <a:clrFrom>
                <a:srgbClr val="FFFFFF"/>
              </a:clrFrom>
              <a:clrTo>
                <a:srgbClr val="FFFFFF">
                  <a:alpha val="0"/>
                </a:srgbClr>
              </a:clrTo>
            </a:clrChange>
          </a:blip>
          <a:srcRect/>
          <a:stretch>
            <a:fillRect/>
          </a:stretch>
        </p:blipFill>
        <p:spPr bwMode="auto">
          <a:xfrm>
            <a:off x="11429371" y="80972"/>
            <a:ext cx="715301" cy="536476"/>
          </a:xfrm>
          <a:prstGeom prst="rect">
            <a:avLst/>
          </a:prstGeom>
          <a:noFill/>
        </p:spPr>
      </p:pic>
      <p:sp>
        <p:nvSpPr>
          <p:cNvPr id="8" name="圆角矩形 7"/>
          <p:cNvSpPr/>
          <p:nvPr userDrawn="1"/>
        </p:nvSpPr>
        <p:spPr>
          <a:xfrm flipH="1">
            <a:off x="6035042" y="1844824"/>
            <a:ext cx="60959" cy="4320480"/>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流程图: 联系 8"/>
          <p:cNvSpPr/>
          <p:nvPr userDrawn="1"/>
        </p:nvSpPr>
        <p:spPr>
          <a:xfrm>
            <a:off x="5678422" y="3501008"/>
            <a:ext cx="801621" cy="576064"/>
          </a:xfrm>
          <a:prstGeom prst="flowChartConnector">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dirty="0"/>
              <a:t>&amp;</a:t>
            </a:r>
            <a:endParaRPr lang="zh-CN" altLang="en-US" sz="1800" dirty="0"/>
          </a:p>
        </p:txBody>
      </p:sp>
      <p:sp>
        <p:nvSpPr>
          <p:cNvPr id="10" name="圆角矩形 9"/>
          <p:cNvSpPr/>
          <p:nvPr userDrawn="1"/>
        </p:nvSpPr>
        <p:spPr>
          <a:xfrm>
            <a:off x="1007435" y="2060848"/>
            <a:ext cx="4224469" cy="554360"/>
          </a:xfrm>
          <a:prstGeom prst="round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800" dirty="0" err="1"/>
              <a:t>jkdjflkdl</a:t>
            </a:r>
            <a:endParaRPr lang="zh-CN" altLang="en-US" sz="1800" dirty="0"/>
          </a:p>
        </p:txBody>
      </p:sp>
      <p:pic>
        <p:nvPicPr>
          <p:cNvPr id="1026" name="Picture 2" descr="“android”的图片搜索结果"/>
          <p:cNvPicPr>
            <a:picLocks noChangeAspect="1" noChangeArrowheads="1"/>
          </p:cNvPicPr>
          <p:nvPr userDrawn="1"/>
        </p:nvPicPr>
        <p:blipFill>
          <a:blip r:embed="rId3" cstate="print">
            <a:clrChange>
              <a:clrFrom>
                <a:srgbClr val="FFFFFF"/>
              </a:clrFrom>
              <a:clrTo>
                <a:srgbClr val="FFFFFF">
                  <a:alpha val="0"/>
                </a:srgbClr>
              </a:clrTo>
            </a:clrChange>
          </a:blip>
          <a:srcRect/>
          <a:stretch>
            <a:fillRect/>
          </a:stretch>
        </p:blipFill>
        <p:spPr bwMode="auto">
          <a:xfrm>
            <a:off x="431371" y="1844825"/>
            <a:ext cx="1398173" cy="917551"/>
          </a:xfrm>
          <a:prstGeom prst="rect">
            <a:avLst/>
          </a:prstGeom>
          <a:noFill/>
        </p:spPr>
      </p:pic>
      <p:sp>
        <p:nvSpPr>
          <p:cNvPr id="13" name="圆角矩形 12"/>
          <p:cNvSpPr/>
          <p:nvPr userDrawn="1"/>
        </p:nvSpPr>
        <p:spPr>
          <a:xfrm>
            <a:off x="6960096" y="2060848"/>
            <a:ext cx="4224469" cy="554360"/>
          </a:xfrm>
          <a:prstGeom prst="round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800" dirty="0" err="1"/>
              <a:t>jkdjflkdl</a:t>
            </a:r>
            <a:endParaRPr lang="zh-CN" altLang="en-US" sz="1800" dirty="0"/>
          </a:p>
        </p:txBody>
      </p:sp>
      <p:pic>
        <p:nvPicPr>
          <p:cNvPr id="14" name="Picture 2" descr="“android”的图片搜索结果"/>
          <p:cNvPicPr>
            <a:picLocks noChangeAspect="1" noChangeArrowheads="1"/>
          </p:cNvPicPr>
          <p:nvPr userDrawn="1"/>
        </p:nvPicPr>
        <p:blipFill>
          <a:blip r:embed="rId3" cstate="print">
            <a:clrChange>
              <a:clrFrom>
                <a:srgbClr val="FFFFFF"/>
              </a:clrFrom>
              <a:clrTo>
                <a:srgbClr val="FFFFFF">
                  <a:alpha val="0"/>
                </a:srgbClr>
              </a:clrTo>
            </a:clrChange>
          </a:blip>
          <a:srcRect/>
          <a:stretch>
            <a:fillRect/>
          </a:stretch>
        </p:blipFill>
        <p:spPr bwMode="auto">
          <a:xfrm>
            <a:off x="6384032" y="1844825"/>
            <a:ext cx="1398173" cy="917551"/>
          </a:xfrm>
          <a:prstGeom prst="rect">
            <a:avLst/>
          </a:prstGeom>
          <a:noFill/>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466576D-D7D0-4C8E-879A-B0328487284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66D068DB-D467-4166-B9B3-9CE72A002BA7}"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7267377-D740-4B34-95F7-A32638511E29}"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03C7164-2D78-4A99-8F2A-DA637BAA7DBA}"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F147F02-D243-44CB-BB06-27EEB074BD36}"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64DE699-C99A-4F00-89C5-16FE987B62F5}"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13DCF2B-71AC-4473-A322-F730B655F179}"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AB2A1C7-F3CF-4CBB-950A-EC905DB5C76C}"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390B3EB-9F04-4209-8774-117987DE6966}"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7498D63-588D-4C3F-8B30-F31F5E6ABC9B}"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F0DBE6-3FFA-49AA-A8B2-802BE355A49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76D38AD-0D4B-4492-90B3-EBA644D08DFB}"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F0DBE6-3FFA-49AA-A8B2-802BE355A49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0F77C4C-4EDB-4C3C-ACCA-2A26491460B6}"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F0DBE6-3FFA-49AA-A8B2-802BE355A49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F497EFF-47C3-4F6B-90B8-A6E9EAAE53CF}"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F0DBE6-3FFA-49AA-A8B2-802BE355A49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94237AF0-F440-46B0-878D-1F7FF5147868}"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1F0DBE6-3FFA-49AA-A8B2-802BE355A49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0D36CAF-ADF3-4449-BAFA-1546D984BC34}"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1F0DBE6-3FFA-49AA-A8B2-802BE355A49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1C85B25-6A53-4085-B3D8-5F18ABE2DE42}"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1F0DBE6-3FFA-49AA-A8B2-802BE355A49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6AD5A50-92BF-49E8-8100-9C177763D5AF}"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F0DBE6-3FFA-49AA-A8B2-802BE355A49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8255AF0-377E-480B-B337-FD37CBAD5FF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F0DBE6-3FFA-49AA-A8B2-802BE355A49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9E057C6-ECE9-453A-9C09-7339DA785F1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F0DBE6-3FFA-49AA-A8B2-802BE355A49C}"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B81168D-6F5D-4291-845C-FD99DB2CBAC3}"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F0DBE6-3FFA-49AA-A8B2-802BE355A49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7C23EC-83F2-4086-A85A-331E97699F1C}" type="datetime1">
              <a:rPr lang="zh-CN" altLang="en-US" smtClean="0"/>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ECED52-9D18-4246-B4C9-59B3275B3D76}" type="datetime1">
              <a:rPr lang="zh-CN" altLang="en-US" smtClean="0"/>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F0DBE6-3FFA-49AA-A8B2-802BE355A49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文本框 4"/>
          <p:cNvSpPr txBox="1"/>
          <p:nvPr/>
        </p:nvSpPr>
        <p:spPr>
          <a:xfrm>
            <a:off x="3719736" y="2060848"/>
            <a:ext cx="4713605" cy="829945"/>
          </a:xfrm>
          <a:prstGeom prst="rect">
            <a:avLst/>
          </a:prstGeom>
          <a:noFill/>
        </p:spPr>
        <p:txBody>
          <a:bodyPr wrap="none" rtlCol="0">
            <a:spAutoFit/>
          </a:bodyPr>
          <a:lstStyle/>
          <a:p>
            <a:r>
              <a:rPr lang="zh-CN" altLang="en-US" sz="4800" dirty="0">
                <a:solidFill>
                  <a:schemeClr val="accent2">
                    <a:lumMod val="75000"/>
                  </a:schemeClr>
                </a:solidFill>
                <a:latin typeface="微软雅黑" panose="020B0503020204020204" pitchFamily="34" charset="-122"/>
                <a:ea typeface="微软雅黑" panose="020B0503020204020204" pitchFamily="34" charset="-122"/>
              </a:rPr>
              <a:t>软件构造</a:t>
            </a:r>
            <a:r>
              <a:rPr lang="en-US" altLang="zh-CN" sz="4800" dirty="0">
                <a:solidFill>
                  <a:schemeClr val="accent2">
                    <a:lumMod val="75000"/>
                  </a:schemeClr>
                </a:solidFill>
                <a:latin typeface="微软雅黑" panose="020B0503020204020204" pitchFamily="34" charset="-122"/>
                <a:ea typeface="微软雅黑" panose="020B0503020204020204" pitchFamily="34" charset="-122"/>
              </a:rPr>
              <a:t>-</a:t>
            </a:r>
            <a:r>
              <a:rPr lang="zh-CN" altLang="en-US" sz="4800" dirty="0">
                <a:solidFill>
                  <a:schemeClr val="accent2">
                    <a:lumMod val="75000"/>
                  </a:schemeClr>
                </a:solidFill>
                <a:latin typeface="微软雅黑" panose="020B0503020204020204" pitchFamily="34" charset="-122"/>
                <a:ea typeface="微软雅黑" panose="020B0503020204020204" pitchFamily="34" charset="-122"/>
              </a:rPr>
              <a:t>实验四</a:t>
            </a:r>
            <a:endParaRPr lang="zh-CN" altLang="en-US" sz="48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295800" y="4077072"/>
            <a:ext cx="4628190" cy="1311193"/>
          </a:xfrm>
          <a:prstGeom prst="rect">
            <a:avLst/>
          </a:prstGeom>
          <a:noFill/>
        </p:spPr>
        <p:txBody>
          <a:bodyPr wrap="none" rtlCol="0">
            <a:spAutoFit/>
          </a:bodyPr>
          <a:lstStyle/>
          <a:p>
            <a:pPr>
              <a:lnSpc>
                <a:spcPct val="150000"/>
              </a:lnSpc>
            </a:pPr>
            <a:r>
              <a:rPr lang="zh-CN" altLang="en-US" sz="2800" b="1" dirty="0">
                <a:solidFill>
                  <a:schemeClr val="accent2">
                    <a:lumMod val="75000"/>
                  </a:schemeClr>
                </a:solidFill>
              </a:rPr>
              <a:t>任课老师 ：李文杰</a:t>
            </a:r>
            <a:endParaRPr lang="en-US" altLang="zh-CN" sz="2800" b="1" dirty="0">
              <a:solidFill>
                <a:schemeClr val="accent2">
                  <a:lumMod val="75000"/>
                </a:schemeClr>
              </a:solidFill>
            </a:endParaRPr>
          </a:p>
          <a:p>
            <a:pPr>
              <a:lnSpc>
                <a:spcPct val="150000"/>
              </a:lnSpc>
            </a:pPr>
            <a:r>
              <a:rPr lang="zh-CN" altLang="en-US" sz="2800" b="1" dirty="0">
                <a:solidFill>
                  <a:schemeClr val="accent2">
                    <a:lumMod val="75000"/>
                  </a:schemeClr>
                </a:solidFill>
              </a:rPr>
              <a:t>邮         箱：</a:t>
            </a:r>
            <a:r>
              <a:rPr lang="en-US" altLang="zh-CN" sz="2800" b="1" dirty="0">
                <a:solidFill>
                  <a:schemeClr val="accent2">
                    <a:lumMod val="75000"/>
                  </a:schemeClr>
                </a:solidFill>
              </a:rPr>
              <a:t>wjl@ahnu.edu.cn</a:t>
            </a:r>
            <a:endParaRPr lang="zh-CN" altLang="en-US" sz="2800" b="1" dirty="0">
              <a:solidFill>
                <a:schemeClr val="accent2">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5360" y="130622"/>
            <a:ext cx="11449272" cy="850106"/>
          </a:xfrm>
        </p:spPr>
        <p:txBody>
          <a:bodyPr/>
          <a:lstStyle/>
          <a:p>
            <a:r>
              <a:rPr lang="zh-CN" altLang="en-US" dirty="0"/>
              <a:t>整体实验内容安排</a:t>
            </a:r>
            <a:endParaRPr lang="zh-CN" altLang="en-US" dirty="0"/>
          </a:p>
        </p:txBody>
      </p:sp>
      <p:sp>
        <p:nvSpPr>
          <p:cNvPr id="3" name="内容占位符 2"/>
          <p:cNvSpPr>
            <a:spLocks noGrp="1"/>
          </p:cNvSpPr>
          <p:nvPr>
            <p:ph idx="1"/>
          </p:nvPr>
        </p:nvSpPr>
        <p:spPr/>
        <p:txBody>
          <a:bodyPr/>
          <a:lstStyle/>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graphicFrame>
        <p:nvGraphicFramePr>
          <p:cNvPr id="15" name="表格 14"/>
          <p:cNvGraphicFramePr>
            <a:graphicFrameLocks noGrp="1"/>
          </p:cNvGraphicFramePr>
          <p:nvPr/>
        </p:nvGraphicFramePr>
        <p:xfrm>
          <a:off x="1559496" y="1700808"/>
          <a:ext cx="9001000" cy="3535680"/>
        </p:xfrm>
        <a:graphic>
          <a:graphicData uri="http://schemas.openxmlformats.org/drawingml/2006/table">
            <a:tbl>
              <a:tblPr firstRow="1" bandRow="1">
                <a:tableStyleId>{5C22544A-7EE6-4342-B048-85BDC9FD1C3A}</a:tableStyleId>
              </a:tblPr>
              <a:tblGrid>
                <a:gridCol w="2808312"/>
                <a:gridCol w="6192688"/>
              </a:tblGrid>
              <a:tr h="370840">
                <a:tc>
                  <a:txBody>
                    <a:bodyPr/>
                    <a:lstStyle/>
                    <a:p>
                      <a:pPr algn="ctr"/>
                      <a:r>
                        <a:rPr lang="zh-CN" altLang="en-US" sz="2800" dirty="0"/>
                        <a:t>时间</a:t>
                      </a:r>
                      <a:endParaRPr lang="zh-CN" altLang="en-US" sz="2800" dirty="0"/>
                    </a:p>
                  </a:txBody>
                  <a:tcPr/>
                </a:tc>
                <a:tc>
                  <a:txBody>
                    <a:bodyPr/>
                    <a:lstStyle/>
                    <a:p>
                      <a:pPr algn="ctr"/>
                      <a:r>
                        <a:rPr lang="zh-CN" altLang="en-US" sz="2800" dirty="0"/>
                        <a:t>内容</a:t>
                      </a:r>
                      <a:endParaRPr lang="zh-CN" altLang="en-US" sz="2800" dirty="0"/>
                    </a:p>
                  </a:txBody>
                  <a:tcPr/>
                </a:tc>
              </a:tr>
              <a:tr h="370840">
                <a:tc>
                  <a:txBody>
                    <a:bodyPr/>
                    <a:lstStyle/>
                    <a:p>
                      <a:pPr algn="ctr"/>
                      <a:r>
                        <a:rPr lang="en-US" altLang="zh-CN" sz="2800" dirty="0"/>
                        <a:t>1</a:t>
                      </a:r>
                      <a:r>
                        <a:rPr lang="zh-CN" altLang="en-US" sz="2800" dirty="0"/>
                        <a:t>周</a:t>
                      </a:r>
                      <a:endParaRPr lang="zh-CN" altLang="en-US" sz="2800" dirty="0"/>
                    </a:p>
                  </a:txBody>
                  <a:tcPr/>
                </a:tc>
                <a:tc>
                  <a:txBody>
                    <a:bodyPr/>
                    <a:lstStyle/>
                    <a:p>
                      <a:pPr algn="ctr"/>
                      <a:r>
                        <a:rPr lang="zh-CN" altLang="zh-CN" sz="2800" kern="1200" dirty="0">
                          <a:solidFill>
                            <a:schemeClr val="dk1"/>
                          </a:solidFill>
                          <a:latin typeface="+mn-lt"/>
                          <a:ea typeface="+mn-ea"/>
                          <a:cs typeface="+mn-cs"/>
                        </a:rPr>
                        <a:t>基于</a:t>
                      </a:r>
                      <a:r>
                        <a:rPr lang="en-US" altLang="zh-CN" sz="2800" kern="1200" dirty="0">
                          <a:solidFill>
                            <a:schemeClr val="dk1"/>
                          </a:solidFill>
                          <a:latin typeface="+mn-lt"/>
                          <a:ea typeface="+mn-ea"/>
                          <a:cs typeface="+mn-cs"/>
                        </a:rPr>
                        <a:t>UML</a:t>
                      </a:r>
                      <a:r>
                        <a:rPr lang="zh-CN" altLang="zh-CN" sz="2800" kern="1200" dirty="0">
                          <a:solidFill>
                            <a:schemeClr val="dk1"/>
                          </a:solidFill>
                          <a:latin typeface="+mn-lt"/>
                          <a:ea typeface="+mn-ea"/>
                          <a:cs typeface="+mn-cs"/>
                        </a:rPr>
                        <a:t>建模方法进行需求分析</a:t>
                      </a:r>
                      <a:endParaRPr lang="zh-CN" altLang="en-US" sz="2800" kern="1200" dirty="0">
                        <a:solidFill>
                          <a:schemeClr val="dk1"/>
                        </a:solidFill>
                        <a:latin typeface="+mn-lt"/>
                        <a:ea typeface="+mn-ea"/>
                        <a:cs typeface="+mn-cs"/>
                      </a:endParaRPr>
                    </a:p>
                  </a:txBody>
                  <a:tcPr/>
                </a:tc>
              </a:tr>
              <a:tr h="370840">
                <a:tc>
                  <a:txBody>
                    <a:bodyPr/>
                    <a:lstStyle/>
                    <a:p>
                      <a:pPr algn="ctr"/>
                      <a:r>
                        <a:rPr lang="en-US" altLang="zh-CN" sz="2800" dirty="0">
                          <a:sym typeface="+mn-ea"/>
                        </a:rPr>
                        <a:t>1</a:t>
                      </a:r>
                      <a:r>
                        <a:rPr lang="zh-CN" altLang="en-US" sz="2800" dirty="0">
                          <a:sym typeface="+mn-ea"/>
                        </a:rPr>
                        <a:t>周</a:t>
                      </a:r>
                      <a:endParaRPr lang="zh-CN" altLang="en-US" sz="2800" dirty="0"/>
                    </a:p>
                  </a:txBody>
                  <a:tcPr/>
                </a:tc>
                <a:tc>
                  <a:txBody>
                    <a:bodyPr/>
                    <a:lstStyle/>
                    <a:p>
                      <a:pPr algn="ctr"/>
                      <a:r>
                        <a:rPr lang="zh-CN" altLang="zh-CN" sz="2800" kern="1200" dirty="0">
                          <a:solidFill>
                            <a:schemeClr val="dk1"/>
                          </a:solidFill>
                          <a:latin typeface="+mn-lt"/>
                          <a:ea typeface="+mn-ea"/>
                          <a:cs typeface="+mn-cs"/>
                        </a:rPr>
                        <a:t>利用模式设计进行类设计并编程实现</a:t>
                      </a:r>
                      <a:endParaRPr lang="zh-CN" altLang="en-US" sz="2800" kern="1200" dirty="0">
                        <a:solidFill>
                          <a:schemeClr val="dk1"/>
                        </a:solidFill>
                        <a:latin typeface="+mn-lt"/>
                        <a:ea typeface="+mn-ea"/>
                        <a:cs typeface="+mn-cs"/>
                      </a:endParaRPr>
                    </a:p>
                  </a:txBody>
                  <a:tcPr/>
                </a:tc>
              </a:tr>
              <a:tr h="370840">
                <a:tc>
                  <a:txBody>
                    <a:bodyPr/>
                    <a:lstStyle/>
                    <a:p>
                      <a:pPr algn="ctr"/>
                      <a:r>
                        <a:rPr lang="en-US" altLang="zh-CN" sz="2800" dirty="0"/>
                        <a:t>1</a:t>
                      </a:r>
                      <a:r>
                        <a:rPr lang="zh-CN" altLang="en-US" sz="2800" dirty="0"/>
                        <a:t>周</a:t>
                      </a:r>
                      <a:endParaRPr lang="zh-CN" altLang="en-US" sz="2800" dirty="0"/>
                    </a:p>
                  </a:txBody>
                  <a:tcPr/>
                </a:tc>
                <a:tc>
                  <a:txBody>
                    <a:bodyPr/>
                    <a:lstStyle/>
                    <a:p>
                      <a:pPr algn="ctr"/>
                      <a:r>
                        <a:rPr lang="zh-CN" altLang="zh-CN" sz="2800" kern="1200" dirty="0">
                          <a:solidFill>
                            <a:schemeClr val="dk1"/>
                          </a:solidFill>
                          <a:latin typeface="+mn-lt"/>
                          <a:ea typeface="+mn-ea"/>
                          <a:cs typeface="+mn-cs"/>
                        </a:rPr>
                        <a:t>测试驱动的开发</a:t>
                      </a:r>
                      <a:endParaRPr lang="zh-CN" altLang="en-US" sz="2800" kern="1200" dirty="0">
                        <a:solidFill>
                          <a:schemeClr val="dk1"/>
                        </a:solidFill>
                        <a:latin typeface="+mn-lt"/>
                        <a:ea typeface="+mn-ea"/>
                        <a:cs typeface="+mn-cs"/>
                      </a:endParaRPr>
                    </a:p>
                  </a:txBody>
                  <a:tcPr/>
                </a:tc>
              </a:tr>
              <a:tr h="370840">
                <a:tc>
                  <a:txBody>
                    <a:bodyPr/>
                    <a:lstStyle/>
                    <a:p>
                      <a:pPr algn="ctr"/>
                      <a:r>
                        <a:rPr lang="en-US" altLang="zh-CN" sz="2800" dirty="0"/>
                        <a:t>1</a:t>
                      </a:r>
                      <a:r>
                        <a:rPr lang="zh-CN" altLang="en-US" sz="2800" dirty="0"/>
                        <a:t>周</a:t>
                      </a:r>
                      <a:endParaRPr lang="zh-CN" altLang="en-US" sz="2800" dirty="0"/>
                    </a:p>
                  </a:txBody>
                  <a:tcPr/>
                </a:tc>
                <a:tc>
                  <a:txBody>
                    <a:bodyPr/>
                    <a:lstStyle/>
                    <a:p>
                      <a:pPr algn="ctr"/>
                      <a:r>
                        <a:rPr lang="zh-CN" altLang="zh-CN" sz="2800" kern="1200" dirty="0">
                          <a:solidFill>
                            <a:schemeClr val="dk1"/>
                          </a:solidFill>
                          <a:latin typeface="+mn-lt"/>
                          <a:ea typeface="+mn-ea"/>
                          <a:cs typeface="+mn-cs"/>
                        </a:rPr>
                        <a:t>对存在代码坏味道的案例（开源软件代码）进行重构</a:t>
                      </a:r>
                      <a:endParaRPr lang="zh-CN" altLang="en-US" sz="2800" kern="1200" dirty="0">
                        <a:solidFill>
                          <a:schemeClr val="dk1"/>
                        </a:solidFill>
                        <a:latin typeface="+mn-lt"/>
                        <a:ea typeface="+mn-ea"/>
                        <a:cs typeface="+mn-cs"/>
                      </a:endParaRPr>
                    </a:p>
                  </a:txBody>
                  <a:tcPr/>
                </a:tc>
              </a:tr>
              <a:tr h="185420">
                <a:tc>
                  <a:txBody>
                    <a:bodyPr/>
                    <a:lstStyle/>
                    <a:p>
                      <a:pPr algn="ctr"/>
                      <a:r>
                        <a:rPr lang="en-US" altLang="zh-CN" sz="2800" dirty="0"/>
                        <a:t>1</a:t>
                      </a:r>
                      <a:r>
                        <a:rPr lang="zh-CN" altLang="en-US" sz="2800" dirty="0"/>
                        <a:t>周</a:t>
                      </a:r>
                      <a:endParaRPr lang="zh-CN" altLang="en-US" sz="2800" dirty="0"/>
                    </a:p>
                  </a:txBody>
                  <a:tcPr/>
                </a:tc>
                <a:tc>
                  <a:txBody>
                    <a:bodyPr/>
                    <a:lstStyle/>
                    <a:p>
                      <a:pPr marL="0" algn="ctr" defTabSz="914400" rtl="0" eaLnBrk="1" latinLnBrk="0" hangingPunct="1"/>
                      <a:r>
                        <a:rPr lang="zh-CN" altLang="zh-CN" sz="2800" kern="1200" dirty="0">
                          <a:solidFill>
                            <a:schemeClr val="dk1"/>
                          </a:solidFill>
                          <a:latin typeface="+mn-lt"/>
                          <a:ea typeface="+mn-ea"/>
                          <a:cs typeface="+mn-cs"/>
                        </a:rPr>
                        <a:t>复用的软件资源进行软件构造</a:t>
                      </a:r>
                      <a:endParaRPr lang="zh-CN" altLang="en-US" sz="2800" kern="1200" dirty="0">
                        <a:solidFill>
                          <a:schemeClr val="dk1"/>
                        </a:solidFill>
                        <a:latin typeface="+mn-lt"/>
                        <a:ea typeface="+mn-ea"/>
                        <a:cs typeface="+mn-cs"/>
                      </a:endParaRPr>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zh-CN" altLang="en-US" dirty="0"/>
              <a:t>实验四：</a:t>
            </a:r>
            <a:r>
              <a:rPr>
                <a:sym typeface="+mn-ea"/>
              </a:rPr>
              <a:t>对存在代码坏味道的软件代码进行重构</a:t>
            </a:r>
            <a:endParaRPr lang="zh-CN" altLang="en-US" dirty="0"/>
          </a:p>
        </p:txBody>
      </p:sp>
      <p:sp>
        <p:nvSpPr>
          <p:cNvPr id="3" name="内容占位符 2"/>
          <p:cNvSpPr>
            <a:spLocks noGrp="1"/>
          </p:cNvSpPr>
          <p:nvPr>
            <p:ph idx="1"/>
          </p:nvPr>
        </p:nvSpPr>
        <p:spPr/>
        <p:txBody>
          <a:bodyPr/>
          <a:lstStyle/>
          <a:p>
            <a:r>
              <a:rPr lang="zh-CN" altLang="en-US" b="0" dirty="0">
                <a:latin typeface="-apple-system"/>
              </a:rPr>
              <a:t>实验内容：对现有项目中存在实现或设计缺陷的软件代码进行重构</a:t>
            </a:r>
            <a:endParaRPr lang="en-US" altLang="zh-CN" b="0" dirty="0">
              <a:latin typeface="-apple-system"/>
            </a:endParaRPr>
          </a:p>
          <a:p>
            <a:endParaRPr lang="en-US" altLang="zh-CN" b="0" i="0" dirty="0">
              <a:effectLst/>
              <a:latin typeface="-apple-system"/>
            </a:endParaRPr>
          </a:p>
          <a:p>
            <a:r>
              <a:rPr lang="zh-CN" altLang="en-US" b="0" i="0" dirty="0">
                <a:effectLst/>
                <a:latin typeface="-apple-system"/>
              </a:rPr>
              <a:t>实验时间：</a:t>
            </a:r>
            <a:r>
              <a:rPr lang="en-US" altLang="zh-CN" b="0" i="0" dirty="0">
                <a:effectLst/>
                <a:latin typeface="-apple-system"/>
              </a:rPr>
              <a:t>1</a:t>
            </a:r>
            <a:r>
              <a:rPr lang="zh-CN" altLang="en-US" b="0" i="0" dirty="0">
                <a:effectLst/>
                <a:latin typeface="-apple-system"/>
              </a:rPr>
              <a:t>周</a:t>
            </a:r>
            <a:endParaRPr lang="en-US" altLang="zh-CN" b="0" dirty="0">
              <a:latin typeface="-apple-system"/>
            </a:endParaRPr>
          </a:p>
          <a:p>
            <a:endParaRPr lang="en-US" altLang="zh-CN" b="0" dirty="0">
              <a:latin typeface="-apple-system"/>
            </a:endParaRPr>
          </a:p>
          <a:p>
            <a:r>
              <a:rPr lang="zh-CN" altLang="en-US" b="0" dirty="0">
                <a:latin typeface="-apple-system"/>
              </a:rPr>
              <a:t>评分重点</a:t>
            </a:r>
            <a:endParaRPr lang="en-US" altLang="zh-CN" b="0" dirty="0">
              <a:latin typeface="-apple-system"/>
            </a:endParaRPr>
          </a:p>
          <a:p>
            <a:pPr lvl="1"/>
            <a:r>
              <a:rPr lang="zh-CN" altLang="en-US" b="0" dirty="0">
                <a:latin typeface="-apple-system"/>
              </a:rPr>
              <a:t>实验报告中对项目代码中存在实现或设计缺陷的软件代码进行详细说明</a:t>
            </a:r>
            <a:endParaRPr lang="zh-CN" altLang="en-US" b="0" dirty="0">
              <a:latin typeface="-apple-system"/>
            </a:endParaRPr>
          </a:p>
          <a:p>
            <a:pPr lvl="1"/>
            <a:r>
              <a:rPr lang="zh-CN" altLang="en-US" dirty="0">
                <a:latin typeface="-apple-system"/>
                <a:sym typeface="+mn-ea"/>
              </a:rPr>
              <a:t>实验报告中对进行了代码重构的代码或功能块的具体重构细节进行详细说明</a:t>
            </a:r>
            <a:endParaRPr lang="en-US" altLang="zh-CN" b="0" dirty="0">
              <a:latin typeface="-apple-system"/>
            </a:endParaRPr>
          </a:p>
          <a:p>
            <a:pPr lvl="1"/>
            <a:r>
              <a:rPr lang="zh-CN" altLang="en-US" dirty="0">
                <a:latin typeface="-apple-system"/>
              </a:rPr>
              <a:t>重构前后的效果对比展示</a:t>
            </a:r>
            <a:endParaRPr lang="en-US" altLang="zh-CN" b="0" dirty="0">
              <a:latin typeface="-apple-system"/>
            </a:endParaRPr>
          </a:p>
          <a:p>
            <a:pPr lvl="1"/>
            <a:endParaRPr lang="en-US" altLang="zh-CN" dirty="0">
              <a:solidFill>
                <a:srgbClr val="000000"/>
              </a:solidFill>
              <a:latin typeface="-apple-system"/>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280</Words>
  <Application>WPS 演示</Application>
  <PresentationFormat>宽屏</PresentationFormat>
  <Paragraphs>51</Paragraphs>
  <Slides>3</Slides>
  <Notes>1</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vt:i4>
      </vt:variant>
    </vt:vector>
  </HeadingPairs>
  <TitlesOfParts>
    <vt:vector size="16" baseType="lpstr">
      <vt:lpstr>Arial</vt:lpstr>
      <vt:lpstr>宋体</vt:lpstr>
      <vt:lpstr>Wingdings</vt:lpstr>
      <vt:lpstr>微软雅黑</vt:lpstr>
      <vt:lpstr>Trebuchet MS</vt:lpstr>
      <vt:lpstr>Gill Sans MT</vt:lpstr>
      <vt:lpstr>Times New Roman</vt:lpstr>
      <vt:lpstr>-apple-system</vt:lpstr>
      <vt:lpstr>ksdb</vt:lpstr>
      <vt:lpstr>Calibri</vt:lpstr>
      <vt:lpstr>Arial Unicode MS</vt:lpstr>
      <vt:lpstr>Office 主题</vt:lpstr>
      <vt:lpstr>自定义设计方案</vt:lpstr>
      <vt:lpstr>PowerPoint 演示文稿</vt:lpstr>
      <vt:lpstr>整体实验内容安排</vt:lpstr>
      <vt:lpstr>实验四：对存在代码坏味道的软件代码进行重构</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Dell</dc:creator>
  <cp:lastModifiedBy>李文杰</cp:lastModifiedBy>
  <cp:revision>20382</cp:revision>
  <cp:lastPrinted>1900-01-01T00:00:00Z</cp:lastPrinted>
  <dcterms:created xsi:type="dcterms:W3CDTF">1900-01-01T00:00:00Z</dcterms:created>
  <dcterms:modified xsi:type="dcterms:W3CDTF">2026-05-18T02:00:53Z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97BAACE16D91976A33395A64E3E2191D</vt:lpwstr>
  </property>
  <property fmtid="{D5CDD505-2E9C-101B-9397-08002B2CF9AE}" pid="3" name="KSOProductBuildVer">
    <vt:lpwstr>2052-12.1.0.24034</vt:lpwstr>
  </property>
</Properties>
</file>